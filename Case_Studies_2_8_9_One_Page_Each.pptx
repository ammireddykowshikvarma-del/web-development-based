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115" y="-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606314" y="10384124"/>
            <a:ext cx="4622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444500"/>
            <a:ext cx="6519545" cy="275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13A62"/>
                </a:solidFill>
                <a:latin typeface="Arial"/>
                <a:cs typeface="Arial"/>
              </a:rPr>
              <a:t>WEB</a:t>
            </a:r>
            <a:r>
              <a:rPr sz="1800" b="1" spc="-15" dirty="0">
                <a:solidFill>
                  <a:srgbClr val="113A6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3A62"/>
                </a:solidFill>
                <a:latin typeface="Arial"/>
                <a:cs typeface="Arial"/>
              </a:rPr>
              <a:t>DEVELOPMENT</a:t>
            </a:r>
            <a:r>
              <a:rPr sz="1800" b="1" spc="-15" dirty="0">
                <a:solidFill>
                  <a:srgbClr val="113A6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3A62"/>
                </a:solidFill>
                <a:latin typeface="Arial"/>
                <a:cs typeface="Arial"/>
              </a:rPr>
              <a:t>CASE</a:t>
            </a:r>
            <a:r>
              <a:rPr sz="1800" b="1" spc="-15" dirty="0">
                <a:solidFill>
                  <a:srgbClr val="113A6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13A62"/>
                </a:solidFill>
                <a:latin typeface="Arial"/>
                <a:cs typeface="Arial"/>
              </a:rPr>
              <a:t>STUDIES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400" b="1" dirty="0">
                <a:solidFill>
                  <a:srgbClr val="135DA0"/>
                </a:solidFill>
                <a:latin typeface="Arial"/>
                <a:cs typeface="Arial"/>
              </a:rPr>
              <a:t>Case Study 2: College Information and Admission </a:t>
            </a:r>
            <a:r>
              <a:rPr sz="1400" b="1" spc="-10" dirty="0">
                <a:solidFill>
                  <a:srgbClr val="135DA0"/>
                </a:solidFill>
                <a:latin typeface="Arial"/>
                <a:cs typeface="Arial"/>
              </a:rPr>
              <a:t>Website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850" b="1" dirty="0">
                <a:latin typeface="Arial"/>
                <a:cs typeface="Arial"/>
              </a:rPr>
              <a:t>Student</a:t>
            </a:r>
            <a:r>
              <a:rPr lang="en-US" sz="850" b="1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:</a:t>
            </a:r>
            <a:r>
              <a:rPr lang="en-US" sz="850" b="1" dirty="0">
                <a:latin typeface="Arial"/>
                <a:cs typeface="Arial"/>
              </a:rPr>
              <a:t>A . </a:t>
            </a:r>
            <a:r>
              <a:rPr lang="en-US" sz="850" b="1" spc="-20">
                <a:latin typeface="Arial"/>
                <a:cs typeface="Arial"/>
              </a:rPr>
              <a:t>kowshikvarma</a:t>
            </a:r>
            <a:r>
              <a:rPr lang="en-US" sz="850" b="1" spc="-20" dirty="0">
                <a:latin typeface="Arial"/>
                <a:cs typeface="Arial"/>
              </a:rPr>
              <a:t> </a:t>
            </a:r>
            <a:r>
              <a:rPr sz="850" spc="20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Roll</a:t>
            </a:r>
            <a:r>
              <a:rPr sz="850" b="1" spc="-1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Number:</a:t>
            </a:r>
            <a:r>
              <a:rPr sz="850" b="1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260</a:t>
            </a:r>
            <a:r>
              <a:rPr lang="en-US" sz="850" spc="-10" dirty="0">
                <a:latin typeface="Arial"/>
                <a:cs typeface="Arial"/>
              </a:rPr>
              <a:t>01440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850" b="1" dirty="0">
                <a:latin typeface="Arial"/>
                <a:cs typeface="Arial"/>
              </a:rPr>
              <a:t>Branch:</a:t>
            </a:r>
            <a:r>
              <a:rPr sz="850" b="1" spc="-15" dirty="0">
                <a:latin typeface="Arial"/>
                <a:cs typeface="Arial"/>
              </a:rPr>
              <a:t> </a:t>
            </a:r>
            <a:r>
              <a:rPr lang="en-US" sz="850" b="1" spc="-15" dirty="0">
                <a:latin typeface="Arial"/>
                <a:cs typeface="Arial"/>
              </a:rPr>
              <a:t>CSD </a:t>
            </a:r>
            <a:r>
              <a:rPr sz="850" spc="21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Section:</a:t>
            </a:r>
            <a:r>
              <a:rPr sz="850" b="1" spc="-10" dirty="0">
                <a:latin typeface="Arial"/>
                <a:cs typeface="Arial"/>
              </a:rPr>
              <a:t> </a:t>
            </a:r>
            <a:r>
              <a:rPr sz="850" spc="-50" dirty="0">
                <a:latin typeface="Arial"/>
                <a:cs typeface="Arial"/>
              </a:rPr>
              <a:t>2</a:t>
            </a:r>
            <a:endParaRPr sz="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850" dirty="0">
              <a:latin typeface="Arial"/>
              <a:cs typeface="Arial"/>
            </a:endParaRPr>
          </a:p>
          <a:p>
            <a:pPr marL="12700" marR="78105">
              <a:lnSpc>
                <a:spcPct val="107800"/>
              </a:lnSpc>
            </a:pPr>
            <a:r>
              <a:rPr sz="850" dirty="0">
                <a:latin typeface="Arial"/>
                <a:cs typeface="Arial"/>
              </a:rPr>
              <a:t>This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website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provides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students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parents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with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essential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college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information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one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place.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introduces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departments,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courses,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faculty, </a:t>
            </a:r>
            <a:r>
              <a:rPr sz="850" dirty="0">
                <a:latin typeface="Arial"/>
                <a:cs typeface="Arial"/>
              </a:rPr>
              <a:t>campus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facilities,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events,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admission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process.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b="1" dirty="0">
                <a:solidFill>
                  <a:srgbClr val="333333"/>
                </a:solidFill>
                <a:latin typeface="Arial"/>
                <a:cs typeface="Arial"/>
              </a:rPr>
              <a:t>Main </a:t>
            </a:r>
            <a:r>
              <a:rPr sz="1000" b="1" spc="-10" dirty="0">
                <a:solidFill>
                  <a:srgbClr val="333333"/>
                </a:solidFill>
                <a:latin typeface="Arial"/>
                <a:cs typeface="Arial"/>
              </a:rPr>
              <a:t>Features</a:t>
            </a:r>
            <a:endParaRPr sz="1000" dirty="0">
              <a:latin typeface="Arial"/>
              <a:cs typeface="Arial"/>
            </a:endParaRPr>
          </a:p>
          <a:p>
            <a:pPr marL="12700" marR="5080" indent="67310">
              <a:lnSpc>
                <a:spcPct val="107800"/>
              </a:lnSpc>
              <a:spcBef>
                <a:spcPts val="520"/>
              </a:spcBef>
              <a:buChar char="•"/>
              <a:tabLst>
                <a:tab pos="80010" algn="l"/>
              </a:tabLst>
            </a:pPr>
            <a:r>
              <a:rPr sz="850" dirty="0">
                <a:latin typeface="Arial"/>
                <a:cs typeface="Arial"/>
              </a:rPr>
              <a:t>Departments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courses: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presents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options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such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as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Computer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Science,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Electronics,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Mechanical</a:t>
            </a:r>
            <a:r>
              <a:rPr sz="850" spc="-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Engineering,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Information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Technology, </a:t>
            </a:r>
            <a:r>
              <a:rPr sz="850" dirty="0">
                <a:latin typeface="Arial"/>
                <a:cs typeface="Arial"/>
              </a:rPr>
              <a:t>B.Tech,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MBA.</a:t>
            </a:r>
            <a:endParaRPr sz="850" dirty="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8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Faculty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facilities: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shares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faculty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details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highlights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library,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computer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labs,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sports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facilities.</a:t>
            </a:r>
            <a:endParaRPr sz="850" dirty="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8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Admissions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contact: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explains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application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steps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for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2026–</a:t>
            </a:r>
            <a:r>
              <a:rPr sz="850" dirty="0">
                <a:latin typeface="Arial"/>
                <a:cs typeface="Arial"/>
              </a:rPr>
              <a:t>2027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provides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college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details.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850" b="1" dirty="0">
                <a:latin typeface="Arial"/>
                <a:cs typeface="Arial"/>
              </a:rPr>
              <a:t>Purpose:</a:t>
            </a:r>
            <a:r>
              <a:rPr sz="850" b="1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help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prospective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students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explore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programs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understand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how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apply.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1736" y="3301999"/>
            <a:ext cx="2036526" cy="520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4696" y="8572500"/>
            <a:ext cx="12909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666666"/>
                </a:solidFill>
                <a:latin typeface="Arial"/>
                <a:cs typeface="Arial"/>
              </a:rPr>
              <a:t>Figure 1: Website </a:t>
            </a:r>
            <a:r>
              <a:rPr sz="750" spc="-10" dirty="0">
                <a:solidFill>
                  <a:srgbClr val="666666"/>
                </a:solidFill>
                <a:latin typeface="Arial"/>
                <a:cs typeface="Arial"/>
              </a:rPr>
              <a:t>screenshot.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444500"/>
            <a:ext cx="6289675" cy="1666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5DA0"/>
                </a:solidFill>
                <a:latin typeface="Arial"/>
                <a:cs typeface="Arial"/>
              </a:rPr>
              <a:t>Case Study 8: Online Food Ordering </a:t>
            </a:r>
            <a:r>
              <a:rPr sz="1400" b="1" spc="-10" dirty="0">
                <a:solidFill>
                  <a:srgbClr val="135DA0"/>
                </a:solidFill>
                <a:latin typeface="Arial"/>
                <a:cs typeface="Arial"/>
              </a:rPr>
              <a:t>Website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7800"/>
              </a:lnSpc>
              <a:spcBef>
                <a:spcPts val="640"/>
              </a:spcBef>
            </a:pPr>
            <a:r>
              <a:rPr sz="850" dirty="0">
                <a:latin typeface="Arial"/>
                <a:cs typeface="Arial"/>
              </a:rPr>
              <a:t>This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website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allows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customers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browse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restaurant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menu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compare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dishes,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categories,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prices.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Food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images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product </a:t>
            </a:r>
            <a:r>
              <a:rPr sz="850" dirty="0">
                <a:latin typeface="Arial"/>
                <a:cs typeface="Arial"/>
              </a:rPr>
              <a:t>cards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make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choices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easy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understand.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b="1" dirty="0">
                <a:solidFill>
                  <a:srgbClr val="333333"/>
                </a:solidFill>
                <a:latin typeface="Arial"/>
                <a:cs typeface="Arial"/>
              </a:rPr>
              <a:t>Main </a:t>
            </a:r>
            <a:r>
              <a:rPr sz="1000" b="1" spc="-10" dirty="0">
                <a:solidFill>
                  <a:srgbClr val="333333"/>
                </a:solidFill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0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Food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menu: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displays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cheese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pizza,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chicken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burger,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spicy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noodles,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vegetarian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pizza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with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images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prices.</a:t>
            </a:r>
            <a:endParaRPr sz="85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8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Offers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reviews: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highlights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first-</a:t>
            </a:r>
            <a:r>
              <a:rPr sz="850" dirty="0">
                <a:latin typeface="Arial"/>
                <a:cs typeface="Arial"/>
              </a:rPr>
              <a:t>order</a:t>
            </a:r>
            <a:r>
              <a:rPr sz="850" spc="-1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discount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shows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customer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feedback.</a:t>
            </a:r>
            <a:endParaRPr sz="85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8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Ordering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contact: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includes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Order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Now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buttons,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navigation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links,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restaurant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details.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850" b="1" dirty="0">
                <a:latin typeface="Arial"/>
                <a:cs typeface="Arial"/>
              </a:rPr>
              <a:t>Purpose:</a:t>
            </a:r>
            <a:r>
              <a:rPr sz="850" b="1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present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attractive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online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menu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help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customers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start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order.</a:t>
            </a:r>
            <a:endParaRPr sz="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6372" y="2209799"/>
            <a:ext cx="3047255" cy="571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4696" y="7988300"/>
            <a:ext cx="12909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666666"/>
                </a:solidFill>
                <a:latin typeface="Arial"/>
                <a:cs typeface="Arial"/>
              </a:rPr>
              <a:t>Figure 2: Website </a:t>
            </a:r>
            <a:r>
              <a:rPr sz="750" spc="-10" dirty="0">
                <a:solidFill>
                  <a:srgbClr val="666666"/>
                </a:solidFill>
                <a:latin typeface="Arial"/>
                <a:cs typeface="Arial"/>
              </a:rPr>
              <a:t>screenshot.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700" y="444500"/>
            <a:ext cx="6397625" cy="1666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35DA0"/>
                </a:solidFill>
                <a:latin typeface="Arial"/>
                <a:cs typeface="Arial"/>
              </a:rPr>
              <a:t>Case Study 9: Bakery and Cake Shop </a:t>
            </a:r>
            <a:r>
              <a:rPr sz="1400" b="1" spc="-10" dirty="0">
                <a:solidFill>
                  <a:srgbClr val="135DA0"/>
                </a:solidFill>
                <a:latin typeface="Arial"/>
                <a:cs typeface="Arial"/>
              </a:rPr>
              <a:t>Website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7800"/>
              </a:lnSpc>
              <a:spcBef>
                <a:spcPts val="640"/>
              </a:spcBef>
            </a:pPr>
            <a:r>
              <a:rPr sz="850" dirty="0">
                <a:latin typeface="Arial"/>
                <a:cs typeface="Arial"/>
              </a:rPr>
              <a:t>This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website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showcases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cakes,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pastries,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cookies,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biscuits.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Product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photos,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descriptions,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prices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help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customers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find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treats</a:t>
            </a:r>
            <a:r>
              <a:rPr sz="850" spc="-25" dirty="0">
                <a:latin typeface="Arial"/>
                <a:cs typeface="Arial"/>
              </a:rPr>
              <a:t> for </a:t>
            </a:r>
            <a:r>
              <a:rPr sz="850" dirty="0">
                <a:latin typeface="Arial"/>
                <a:cs typeface="Arial"/>
              </a:rPr>
              <a:t>everyday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use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special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occasions.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000" b="1" dirty="0">
                <a:solidFill>
                  <a:srgbClr val="333333"/>
                </a:solidFill>
                <a:latin typeface="Arial"/>
                <a:cs typeface="Arial"/>
              </a:rPr>
              <a:t>Main </a:t>
            </a:r>
            <a:r>
              <a:rPr sz="1000" b="1" spc="-10" dirty="0">
                <a:solidFill>
                  <a:srgbClr val="333333"/>
                </a:solidFill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0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Product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categories: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separates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cakes,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pastries,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cookies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or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biscuits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for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easy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browsing.</a:t>
            </a:r>
            <a:endParaRPr sz="85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8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Prices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promotions: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lists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product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prices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seasonal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offer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on</a:t>
            </a:r>
            <a:r>
              <a:rPr sz="850" spc="-2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selected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cakes.</a:t>
            </a:r>
            <a:endParaRPr sz="850">
              <a:latin typeface="Arial"/>
              <a:cs typeface="Arial"/>
            </a:endParaRPr>
          </a:p>
          <a:p>
            <a:pPr marL="80645" indent="-67945">
              <a:lnSpc>
                <a:spcPct val="100000"/>
              </a:lnSpc>
              <a:spcBef>
                <a:spcPts val="680"/>
              </a:spcBef>
              <a:buChar char="•"/>
              <a:tabLst>
                <a:tab pos="80645" algn="l"/>
              </a:tabLst>
            </a:pPr>
            <a:r>
              <a:rPr sz="850" dirty="0">
                <a:latin typeface="Arial"/>
                <a:cs typeface="Arial"/>
              </a:rPr>
              <a:t>Custom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cakes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contact: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promotes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birthday,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wedding,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anniversary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designs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gives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contact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details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opening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hours.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850" b="1" dirty="0">
                <a:latin typeface="Arial"/>
                <a:cs typeface="Arial"/>
              </a:rPr>
              <a:t>Purpose:</a:t>
            </a:r>
            <a:r>
              <a:rPr sz="850" b="1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advertise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bakery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products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encourage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customers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to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order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or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enquire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about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custom</a:t>
            </a:r>
            <a:r>
              <a:rPr sz="850" spc="-2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cakes.</a:t>
            </a:r>
            <a:endParaRPr sz="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017" y="2209799"/>
            <a:ext cx="2131962" cy="571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34696" y="7988300"/>
            <a:ext cx="12909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666666"/>
                </a:solidFill>
                <a:latin typeface="Arial"/>
                <a:cs typeface="Arial"/>
              </a:rPr>
              <a:t>Figure 3: Website </a:t>
            </a:r>
            <a:r>
              <a:rPr sz="750" spc="-10" dirty="0">
                <a:solidFill>
                  <a:srgbClr val="666666"/>
                </a:solidFill>
                <a:latin typeface="Arial"/>
                <a:cs typeface="Arial"/>
              </a:rPr>
              <a:t>screenshot.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376</Words>
  <Application>Microsoft Office PowerPoint</Application>
  <PresentationFormat>Custom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greeshmanthkumarvusa07@gmail.com</cp:lastModifiedBy>
  <cp:revision>3</cp:revision>
  <dcterms:created xsi:type="dcterms:W3CDTF">2026-10-26T13:27:12Z</dcterms:created>
  <dcterms:modified xsi:type="dcterms:W3CDTF">2026-10-26T13:30:56Z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2026-10-26T00:00:00Z</vt:filetime>
  </property>
  <property fmtid="{D5CDD505-2E9C-101B-9397-08002B2CF9AE}" pid="4" name="LastSaved">
    <vt:filetime>2026-10-26T00:00:00Z</vt:filetime>
  </property>
</Properties>
</file>